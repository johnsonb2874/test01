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d619ead04244f2" /><Relationship Type="http://schemas.openxmlformats.org/officeDocument/2006/relationships/extended-properties" Target="/docProps/app.xml" Id="R388378a176ee4f5d" /><Relationship Type="http://schemas.openxmlformats.org/officeDocument/2006/relationships/officeDocument" Target="/ppt/presentation.xml" Id="R472503c545554b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90a8735426434d"/>
  </p:sldMasterIdLst>
  <p:notesMasterIdLst>
    <p:notesMasterId xmlns:r="http://schemas.openxmlformats.org/officeDocument/2006/relationships" r:id="R91f66d99e2184476"/>
  </p:notesMasterIdLst>
  <p:sldIdLst>
    <p:sldId xmlns:r="http://schemas.openxmlformats.org/officeDocument/2006/relationships" id="256" r:id="Ra5ee529b9ad54908"/>
    <p:sldId xmlns:r="http://schemas.openxmlformats.org/officeDocument/2006/relationships" id="257" r:id="R34417eb26a9d4663"/>
    <p:sldId xmlns:r="http://schemas.openxmlformats.org/officeDocument/2006/relationships" id="258" r:id="Rc9a3766bf51b4799"/>
    <p:sldId xmlns:r="http://schemas.openxmlformats.org/officeDocument/2006/relationships" id="259" r:id="R8a493f94869340c0"/>
    <p:sldId xmlns:r="http://schemas.openxmlformats.org/officeDocument/2006/relationships" id="260" r:id="Rf3b08f4d12ab4c04"/>
    <p:sldId xmlns:r="http://schemas.openxmlformats.org/officeDocument/2006/relationships" id="261" r:id="R91cd864ca0154f52"/>
    <p:sldId xmlns:r="http://schemas.openxmlformats.org/officeDocument/2006/relationships" id="262" r:id="R3f9a855a49974c78"/>
    <p:sldId xmlns:r="http://schemas.openxmlformats.org/officeDocument/2006/relationships" id="263" r:id="Rd4a26005e79542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5cb522c6804a98" /><Relationship Type="http://schemas.openxmlformats.org/officeDocument/2006/relationships/slideMaster" Target="/ppt/slideMasters/slideMaster1.xml" Id="R2190a8735426434d" /><Relationship Type="http://schemas.openxmlformats.org/officeDocument/2006/relationships/notesMaster" Target="/ppt/notesMasters/notesMaster1.xml" Id="R91f66d99e2184476" /><Relationship Type="http://schemas.openxmlformats.org/officeDocument/2006/relationships/presProps" Target="/ppt/presProps.xml" Id="Rbb8cad77a0b5429e" /><Relationship Type="http://schemas.openxmlformats.org/officeDocument/2006/relationships/tableStyles" Target="/ppt/tableStyles.xml" Id="Rdd4f0a01a9f54748" /><Relationship Type="http://schemas.openxmlformats.org/officeDocument/2006/relationships/slide" Target="/ppt/slides/slide1.xml" Id="Ra5ee529b9ad54908" /><Relationship Type="http://schemas.openxmlformats.org/officeDocument/2006/relationships/slide" Target="/ppt/slides/slide2.xml" Id="R34417eb26a9d4663" /><Relationship Type="http://schemas.openxmlformats.org/officeDocument/2006/relationships/slide" Target="/ppt/slides/slide3.xml" Id="Rc9a3766bf51b4799" /><Relationship Type="http://schemas.openxmlformats.org/officeDocument/2006/relationships/slide" Target="/ppt/slides/slide4.xml" Id="R8a493f94869340c0" /><Relationship Type="http://schemas.openxmlformats.org/officeDocument/2006/relationships/slide" Target="/ppt/slides/slide5.xml" Id="Rf3b08f4d12ab4c04" /><Relationship Type="http://schemas.openxmlformats.org/officeDocument/2006/relationships/slide" Target="/ppt/slides/slide6.xml" Id="R91cd864ca0154f52" /><Relationship Type="http://schemas.openxmlformats.org/officeDocument/2006/relationships/slide" Target="/ppt/slides/slide7.xml" Id="R3f9a855a49974c78" /><Relationship Type="http://schemas.openxmlformats.org/officeDocument/2006/relationships/slide" Target="/ppt/slides/slide8.xml" Id="Rd4a26005e79542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3fd926c3f545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0af2c9f28c4c89" /><Relationship Type="http://schemas.openxmlformats.org/officeDocument/2006/relationships/notesMaster" Target="/ppt/notesMasters/notesMaster1.xml" Id="Rcb8107e3287e40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173490c91b41f5" /><Relationship Type="http://schemas.openxmlformats.org/officeDocument/2006/relationships/notesMaster" Target="/ppt/notesMasters/notesMaster1.xml" Id="R1e7f2bebf38c43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98ec465a934861" /><Relationship Type="http://schemas.openxmlformats.org/officeDocument/2006/relationships/notesMaster" Target="/ppt/notesMasters/notesMaster1.xml" Id="R84ae1f04419b4e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1ce09e7c5245d4" /><Relationship Type="http://schemas.openxmlformats.org/officeDocument/2006/relationships/notesMaster" Target="/ppt/notesMasters/notesMaster1.xml" Id="R60daa5049bcc44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983dca4bf2423c" /><Relationship Type="http://schemas.openxmlformats.org/officeDocument/2006/relationships/notesMaster" Target="/ppt/notesMasters/notesMaster1.xml" Id="R88d27e9c6a1a42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6c2f0b058d4789" /><Relationship Type="http://schemas.openxmlformats.org/officeDocument/2006/relationships/notesMaster" Target="/ppt/notesMasters/notesMaster1.xml" Id="R59958ae2f94443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44c88f1b574ef1" /><Relationship Type="http://schemas.openxmlformats.org/officeDocument/2006/relationships/notesMaster" Target="/ppt/notesMasters/notesMaster1.xml" Id="R51a4cc53923a49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78c2be4ef94151" /><Relationship Type="http://schemas.openxmlformats.org/officeDocument/2006/relationships/notesMaster" Target="/ppt/notesMasters/notesMaster1.xml" Id="Rd04d4cf70e1c41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開場說明：本簡報根據 docs/weekly-report.md 整理。研究資料查詢日為 2026-10-28，資料包含 9 筆常態景點，不是本週活動行事曆。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市場需求頁只呈現顧問詢問框架，不含市場規模、人口、偏好比例或其他未提供統計。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資料查詢日期：2026-10-28。來源：臺北旅遊網 https://www.travel.taipei/en/attraction/details/537；環境部 https://neecs.moenv.gov.tw/Home/PlaceQryView?id=77f73c30-b5b8-429f-b323-9ca17b3975f7；兒童新樂園 https://www.tcap.taipei/；臺北旅遊網 https://www.travel.taipei/en/attraction/details/671；Xpark https://www.xpark.com.tw/visit 及 https://www.xpark.com.tw/。推薦客群屬研究員建議，營運、展演、適齡與票務待確認。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資料查詢日期：2026-10-28。來源：日月潭國家風景區管理處 https://www.sunmoonlake.gov.tw/attractions/ArticlesFull?a=19；南投旅遊網 https://travel.nantou.gov.tw/7tour/；高雄旅遊網 https://khh.travel/zh-tw/attractions/detail/7/；旗津區公所 https://cijin.kcg.gov.tw/cp.aspx?n=61D27E8F778A8EC4&amp;s=99F0815182D780CD；TAIPEI 101 https://www.taipei-101.com.tw/en/observatory。景點適合度為建議；活動日期、交通、營運須另查。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資料查詢日期：2026-10-28。來源：臺北旅遊網動物園 https://www.travel.taipei/en/attraction/details/537；環境部 https://neecs.moenv.gov.tw/Home/PlaceQryView?id=77f73c30-b5b8-429f-b323-9ca17b3975f7；故宮 https://www.npm.gov.tw/Articles.aspx?l=2&amp;sno=02007001；臺北旅遊網故宮 https://www.travel.taipei/en/attraction/details/441/；交通部觀光署 https://eng.taiwan.net.tw/m1.aspx?id=4029&amp;sno=0002090；臺北旅遊網新北投 https://travel.taipei/en/attraction/details/436。客群適配屬建議，路線、設施、健康適用性待確認。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這是一項服務流程提案，不代表旅行社目前已提供相關系統或服務。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明確定位為可建立的服務標準提案，不是對旅行社既有實績、資源、能力或服務結果的宣稱。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邀請觀眾向旅行社提出諮詢。未提供旅行社聯絡資訊，因此未加入電話、網址、優惠或預約成功承諾。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331cbae9442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0ff54e269b44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7780063f640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40e867ee042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3e512a47a640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fe68d9b7024d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95F2A1-3142-4FF1-B7A6-AB42B76100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70C20B-4761-4C22-884F-C04795A992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49F627F-EAE7-4163-80F8-0EC74EDA1D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0BDE2D-2A55-4BC6-A11B-7B10BB9D09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A69BED3-0FA7-4B6D-A4A9-B39738B243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82A8F8-F608-4A2F-A38B-764ED44030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E8D94A-B8E9-47BF-87CB-8937997BA8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0D09109-48F6-4ED2-BC06-7A8559256E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76EB5F-FF2E-493C-BCC6-0A2231BF98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4FF188-5135-4E5E-ACBE-6AC844F79E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5bdea739bb4c7e" /><Relationship Type="http://schemas.openxmlformats.org/officeDocument/2006/relationships/slideLayout" Target="/ppt/slideLayouts/slideLayout1.xml" Id="R3a466cea92584e52" /><Relationship Type="http://schemas.openxmlformats.org/officeDocument/2006/relationships/slideLayout" Target="/ppt/slideLayouts/slideLayout2.xml" Id="Rc279a3ac281b4251" /><Relationship Type="http://schemas.openxmlformats.org/officeDocument/2006/relationships/slideLayout" Target="/ppt/slideLayouts/slideLayout3.xml" Id="R9d5bc7c96180447b" /><Relationship Type="http://schemas.openxmlformats.org/officeDocument/2006/relationships/slideLayout" Target="/ppt/slideLayouts/slideLayout4.xml" Id="R343da04eb8c64030" /><Relationship Type="http://schemas.openxmlformats.org/officeDocument/2006/relationships/slideLayout" Target="/ppt/slideLayouts/slideLayout5.xml" Id="R77cb941392d44a8d" /><Relationship Type="http://schemas.openxmlformats.org/officeDocument/2006/relationships/slideLayout" Target="/ppt/slideLayouts/slideLayout6.xml" Id="R1955f66fc27342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466cea92584e52"/>
    <p:sldLayoutId xmlns:r="http://schemas.openxmlformats.org/officeDocument/2006/relationships" id="2147483650" r:id="Rc279a3ac281b4251"/>
    <p:sldLayoutId xmlns:r="http://schemas.openxmlformats.org/officeDocument/2006/relationships" id="2147483651" r:id="R9d5bc7c96180447b"/>
    <p:sldLayoutId xmlns:r="http://schemas.openxmlformats.org/officeDocument/2006/relationships" id="2147483652" r:id="R343da04eb8c64030"/>
    <p:sldLayoutId xmlns:r="http://schemas.openxmlformats.org/officeDocument/2006/relationships" id="2147483653" r:id="R77cb941392d44a8d"/>
    <p:sldLayoutId xmlns:r="http://schemas.openxmlformats.org/officeDocument/2006/relationships" id="2147483654" r:id="R1955f66fc27342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3b545417cc48e2" /><Relationship Type="http://schemas.openxmlformats.org/officeDocument/2006/relationships/notesSlide" Target="/ppt/notesSlides/notesSlide1.xml" Id="R545a1b7da84b4d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731c94861d4663" /><Relationship Type="http://schemas.openxmlformats.org/officeDocument/2006/relationships/notesSlide" Target="/ppt/notesSlides/notesSlide2.xml" Id="Rf3edb9b37da743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26dc24daad4858" /><Relationship Type="http://schemas.openxmlformats.org/officeDocument/2006/relationships/notesSlide" Target="/ppt/notesSlides/notesSlide3.xml" Id="R342a301bd05646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9c78f7a6d34662" /><Relationship Type="http://schemas.openxmlformats.org/officeDocument/2006/relationships/notesSlide" Target="/ppt/notesSlides/notesSlide4.xml" Id="R3eabd0b18ecf41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ac3e8061de4387" /><Relationship Type="http://schemas.openxmlformats.org/officeDocument/2006/relationships/notesSlide" Target="/ppt/notesSlides/notesSlide5.xml" Id="R095b4f9e547b49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4823b7a8df49b9" /><Relationship Type="http://schemas.openxmlformats.org/officeDocument/2006/relationships/notesSlide" Target="/ppt/notesSlides/notesSlide6.xml" Id="Rf6b4258f05e840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d7379918d24a64" /><Relationship Type="http://schemas.openxmlformats.org/officeDocument/2006/relationships/notesSlide" Target="/ppt/notesSlides/notesSlide7.xml" Id="Rf54ac65c4ae948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104c40df424028" /><Relationship Type="http://schemas.openxmlformats.org/officeDocument/2006/relationships/notesSlide" Target="/ppt/notesSlides/notesSlide8.xml" Id="Ra5bcd08479214d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E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2AEAC-4ED1-441A-A598-A491D7F3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7200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rPr>
              <a:t>01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AB07A-FC98-4CCB-8C01-BBE7E491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rPr>
              <a:t>AI 台灣旅遊情報員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197E9-F77A-4322-B757-D9CF813A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8096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8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8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8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8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8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8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8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8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8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rPr>
              <a:t>把旅遊情報</a:t>
            </a:r>
          </a:p>
          <a:p xmlns:a="http://schemas.openxmlformats.org/drawingml/2006/main">
            <a:pPr>
              <a:defRPr sz="48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rPr>
              <a:t>變成旅客願意</a:t>
            </a:r>
          </a:p>
          <a:p xmlns:a="http://schemas.openxmlformats.org/drawingml/2006/main">
            <a:pPr>
              <a:defRPr sz="48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rPr>
              <a:t>詢問的提案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3A5AC-76B4-471E-84AB-AD4DE9F5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rPr>
              <a:t>旅行社行銷課程｜親子・情侶・熟齡旅遊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3BA2C-318C-4F92-9C5D-226E7BE9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rPr>
              <a:t>研究資料查詢日 2026-10-28｜9 筆常態景點</a:t>
            </a:r>
          </a:p>
        </p:txBody>
      </p:sp>
    </p:spTree>
    <p:extLst>
      <p:ext uri="{BB962C8B-B14F-4D97-AF65-F5344CB8AC3E}">
        <p14:creationId xmlns:p14="http://schemas.microsoft.com/office/powerpoint/2010/main" val="17168942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9ED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98A13-5F8A-4EEE-B383-AFBFEF36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7200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02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C5C88-6574-44CF-ACE7-DF0D320B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rPr>
              <a:t>市場需求｜服務設計框架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C98B2-CD4A-47ED-992D-F9B1CEF1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旅客需要的，</a:t>
            </a:r>
          </a:p>
          <a:p xmlns:a="http://schemas.openxmlformats.org/drawingml/2006/main">
            <a: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是適合自己的</a:t>
            </a:r>
          </a:p>
          <a:p xmlns:a="http://schemas.openxmlformats.org/drawingml/2006/main">
            <a: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旅行節奏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47277-3A60-43A7-B1A2-687B418C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本頁整理服務提問方向，沒有引用市場統計。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BD624-3067-469A-9910-52CF2112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42326-DC09-42C1-8D81-C0BE0F35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01｜誰同行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A12BD-63FB-410D-BC57-9DBDAC5A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親子、伴侶或長輩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4B3B5-3220-47CF-A19B-28207838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A4CC7-F115-4F1F-ADA2-5FFFECFA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02｜想體驗什麼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A9818-A05A-4CE4-BC27-3FFD9266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015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自然、文化或遊樂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164F8-0ED7-43F4-8B28-98FAB325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FF972-5907-4035-9FA6-88AB1583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03｜哪些條件要先確認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98E25-C455-4A33-B75C-F934EE16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1015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日期、步行與預算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1F318-B989-40BE-A48F-D32FD02D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需求分類為服務設計建議，非市場調查結果。</a:t>
            </a:r>
          </a:p>
        </p:txBody>
      </p:sp>
    </p:spTree>
    <p:extLst>
      <p:ext uri="{BB962C8B-B14F-4D97-AF65-F5344CB8AC3E}">
        <p14:creationId xmlns:p14="http://schemas.microsoft.com/office/powerpoint/2010/main" val="172406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C4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38133-90DF-4952-94C2-CB6014C6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7200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03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097E4-A52C-4172-AB9E-4C1836AA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rPr>
              <a:t>親子旅遊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26B89-48FC-4CFC-8FD9-1BFCC752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從孩子的興趣開始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2ABA9-D2B1-4D93-9FE1-7B3EF70A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讓孩子有得看，大人安排得動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A0A2F-CFE1-4E13-874E-447EAA28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AB633-6C42-4859-B6FA-31BD3E3E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動物觀察｜臺北市立動物園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51303-BDF2-4E1E-A583-648C1ED2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保育教育・室內外展示</a:t>
            </a:r>
          </a:p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臺北市文山區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E6ACE-0EEA-4B16-9ACC-E0EEABC8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FDC77-B612-462F-BAA0-0ECB723C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遊具體驗｜兒童新樂園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08269-5A13-4756-A459-D8A23948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015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遊具與展演公告</a:t>
            </a:r>
          </a:p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臺北市士林區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C8C7C-6C33-4302-BF01-B29CAA9F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6963B-2614-4CA3-A829-5834272D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水生展示｜Xpark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E96E8-D8B0-4FC7-A4FE-EA34CB71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1015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水生公園體驗</a:t>
            </a:r>
          </a:p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桃園市中壢區青埔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226E2-3DBB-4F3B-B490-62FFE09A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客群適配為建議。營運、展演、適齡與票務請向場館確認。</a:t>
            </a:r>
          </a:p>
        </p:txBody>
      </p:sp>
    </p:spTree>
    <p:extLst>
      <p:ext uri="{BB962C8B-B14F-4D97-AF65-F5344CB8AC3E}">
        <p14:creationId xmlns:p14="http://schemas.microsoft.com/office/powerpoint/2010/main" val="1677872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F6D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8558B-9345-4E28-B83E-61A218E4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7200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rPr>
              <a:t>04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FCB39-488D-4F8B-A2C8-9B967AF1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rPr>
              <a:t>情侶旅遊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366A3-42FE-49C1-B634-5C2465EA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rPr>
              <a:t>兩個人的旅行</a:t>
            </a:r>
          </a:p>
          <a:p xmlns:a="http://schemas.openxmlformats.org/drawingml/2006/main">
            <a: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rPr>
              <a:t>從喜歡的風景開始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E00B4-4884-4591-A79C-684E6987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rPr>
              <a:t>先問風景偏好，再選旅行主題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94AA6-82EF-4544-A8D3-11261174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066C2-1610-4FB7-8946-A476818B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rPr>
              <a:t>湖景・自然｜日月潭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91B87-AEF2-4DE4-904E-C006EBEF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rPr>
              <a:t>高山湖泊、邵族文化與生態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81A9A-3C49-497F-831F-E28B7F02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31187-5C72-4628-9308-2790A0EE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rPr>
              <a:t>海岸・光影｜旗津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5F508-90DE-40A3-8011-64D92165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015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rPr>
              <a:t>海岸景觀、星空隧道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899DD-3FDE-4227-A6DB-73A35948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C9126-458D-4CDB-9F39-057B0626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rPr>
              <a:t>城市景觀｜臺北101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3890F-F358-4728-A791-7013C19A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1015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rPr>
              <a:t>89 樓觀景台與城市全景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9DDED-5FBB-45D8-8F32-78F122CC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rPr>
              <a:t>約會適配為建議。活動日期、交通及營運資訊須另查。</a:t>
            </a:r>
          </a:p>
        </p:txBody>
      </p:sp>
    </p:spTree>
    <p:extLst>
      <p:ext uri="{BB962C8B-B14F-4D97-AF65-F5344CB8AC3E}">
        <p14:creationId xmlns:p14="http://schemas.microsoft.com/office/powerpoint/2010/main" val="18371691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CDE3D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E5F1A1-7B34-4DE8-82A6-705C6E49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7200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05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DD54D-B528-4CB5-8965-7DD83787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rPr>
              <a:t>熟齡旅遊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8A365-A833-4B8A-B234-C7E8BE11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熟齡推薦</a:t>
            </a:r>
          </a:p>
          <a:p xmlns:a="http://schemas.openxmlformats.org/drawingml/2006/main">
            <a: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從旅客的節奏出發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198D1-FD41-4743-991D-6112D40C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先問移動需求，再挑景點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633C1-D972-44D3-A167-5D767FE9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41DE3-E89C-48B8-90A7-89A1982E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動物與教育｜臺北市立動物園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93242-17DF-4EC9-B838-2C0A2A59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無障礙設施資訊可查</a:t>
            </a:r>
          </a:p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園區移動量待確認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4118B-A0A4-4E3D-A150-931B4DBC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8E16A-08EF-4AA5-95E3-9FA35923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文化參觀｜故宮北部院區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BDD58-3BB0-40BD-B8B0-F2A50B37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015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文物典藏與展覽</a:t>
            </a:r>
          </a:p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展區狀態待確認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6177B-1748-4D0D-8741-40AD61A7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7AE84-251C-4A60-B666-9D24F507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溫泉文化｜新北投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C1053-CB03-428D-87D5-B9B9F123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1015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溫泉區域介紹</a:t>
            </a:r>
          </a:p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個別設施條件待確認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B8D37-908A-45F5-8139-966CCA35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不以年齡推定體力或興趣。路線、設備狀態與健康適用性須個別確認。</a:t>
            </a:r>
          </a:p>
        </p:txBody>
      </p:sp>
    </p:spTree>
    <p:extLst>
      <p:ext uri="{BB962C8B-B14F-4D97-AF65-F5344CB8AC3E}">
        <p14:creationId xmlns:p14="http://schemas.microsoft.com/office/powerpoint/2010/main" val="15402294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E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B2DB6-854D-44B9-9E92-661EF5B1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7200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rPr>
              <a:t>06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58D47-9B35-4C4F-A9D6-45270700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rPr>
              <a:t>推薦方案｜服務提案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2F688-B25A-4C6E-98EA-234BB105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rPr>
              <a:t>偏好先行</a:t>
            </a:r>
          </a:p>
          <a:p xmlns:a="http://schemas.openxmlformats.org/drawingml/2006/main">
            <a:pPr>
              <a:defRPr sz="39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rPr>
              <a:t>資訊再查核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91765-46CA-46F0-BFBD-E0DA9C35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rPr>
              <a:t>三步形成旅遊提案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FC08C-A21B-4A1C-8765-25791198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31B21-353E-4283-B115-6BC50435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rPr>
              <a:t>第一步｜了解偏好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0BF20-A73A-45FF-893E-0F9BD36A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rPr>
              <a:t>同行者・興趣・步行需求</a:t>
            </a:r>
          </a:p>
          <a:p xmlns:a="http://schemas.openxmlformats.org/drawingml/2006/main">
            <a: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rPr>
              <a:t>日期・預算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01409-2F95-40ED-B492-4F4A3D7E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D148E-BE43-4DBB-B5B4-9EC58F2C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rPr>
              <a:t>第二步｜配對候選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D80CA-30FB-445D-908B-9F0D2434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015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rPr>
              <a:t>說明推薦理由</a:t>
            </a:r>
          </a:p>
          <a:p xmlns:a="http://schemas.openxmlformats.org/drawingml/2006/main">
            <a: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rPr>
              <a:t>分清事實與建議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22640-967C-4A85-A2C6-2079E7E4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AEAA4-9641-4BA3-8F64-BD5A15C8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rPr>
              <a:t>第三步｜查核細節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6A7A5-46AD-4F1F-8830-E8E885E6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1015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rPr>
              <a:t>活動・票務・營運・交通</a:t>
            </a:r>
          </a:p>
          <a:p xmlns:a="http://schemas.openxmlformats.org/drawingml/2006/main">
            <a:pPr>
              <a:def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rPr>
              <a:t>註記來源與查詢日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16B93-9A8B-4D12-BC72-354E5B3D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F7F2E8"/>
                </a:solidFill>
                <a:latin typeface="Microsoft JhengHei"/>
                <a:ea typeface="Microsoft JhengHei"/>
                <a:cs typeface="Microsoft JhengHei"/>
              </a:rPr>
              <a:t>依研究資料提出的服務流程，非已上線或已驗證的系統功能。</a:t>
            </a:r>
          </a:p>
        </p:txBody>
      </p:sp>
    </p:spTree>
    <p:extLst>
      <p:ext uri="{BB962C8B-B14F-4D97-AF65-F5344CB8AC3E}">
        <p14:creationId xmlns:p14="http://schemas.microsoft.com/office/powerpoint/2010/main" val="20822785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9ED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1CAE4-62F3-4ADD-938B-89F649DC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7200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07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6E8BC-36A5-4DF8-8058-2449E793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rPr>
              <a:t>旅行社的專業優勢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729BC-DF23-4B3E-9EC1-EE7E7A9F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把資訊查清楚</a:t>
            </a:r>
          </a:p>
          <a:p xmlns:a="http://schemas.openxmlformats.org/drawingml/2006/main">
            <a:pPr>
              <a:def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再把偏好變成行程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906D6-D1CD-4211-B96E-D2901AE5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可建立的服務標準｜提案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1F8C1-B2DC-4A7A-BEBA-A85142C2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0C24E-72EA-4E29-8C19-4E625760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資訊可信｜來源留得住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66A5D-8E58-438B-97E6-C06A7E02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重要事實標示來源與查詢日期</a:t>
            </a:r>
          </a:p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不確定就標待確認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637AE-E05A-4DC2-86B3-4B5B8B46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91B09-1C48-414A-AD8B-D8CA72E7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推薦有據｜理由說得明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3BBB2-0FB0-4531-AFFD-E714F812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015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說清楚景點特色</a:t>
            </a:r>
          </a:p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適配旅客的部分標示為建議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D4273-4D49-4CFF-AC70-F7274F4D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F6D55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30398-DF37-4A29-BA6C-88BDD11B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出發安心｜時效再核對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34094-FF4E-4210-8139-3806AD53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1015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出發前重查活動、營運</a:t>
            </a:r>
          </a:p>
          <a:p xmlns:a="http://schemas.openxmlformats.org/drawingml/2006/main">
            <a:pPr>
              <a:def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交通與票務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70CD7-78A9-45B0-941B-4703EC2E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123E3B"/>
                </a:solidFill>
                <a:latin typeface="Microsoft JhengHei"/>
                <a:ea typeface="Microsoft JhengHei"/>
                <a:cs typeface="Microsoft JhengHei"/>
              </a:rPr>
              <a:t>以上為可建立的服務流程，不代表旅行社既有實績、保證或已完成能力。</a:t>
            </a:r>
          </a:p>
        </p:txBody>
      </p:sp>
    </p:spTree>
    <p:extLst>
      <p:ext uri="{BB962C8B-B14F-4D97-AF65-F5344CB8AC3E}">
        <p14:creationId xmlns:p14="http://schemas.microsoft.com/office/powerpoint/2010/main" val="18121890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F6D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8EBD2-A2EA-47C4-8132-E2C0FAC2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7200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rPr>
              <a:t>08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087E8-A9D3-42B8-8BA0-72F94B7E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rPr>
              <a:t>諮詢行動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29F59-2DA0-4B00-9F8B-009018B7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rPr>
              <a:t>帶上旅行條件</a:t>
            </a:r>
          </a:p>
          <a:p xmlns:a="http://schemas.openxmlformats.org/drawingml/2006/main">
            <a:pPr>
              <a:def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rPr>
              <a:t>和顧問聊聊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ADC77-4D21-40AD-9277-B07AC88B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rPr>
              <a:t>預計日期　・　同行者　・　喜歡的體驗　・　行動需求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96A37-DFC6-43C7-99F5-3DEC16C2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DC45C"/>
                </a:solidFill>
                <a:latin typeface="Microsoft JhengHei"/>
                <a:ea typeface="Microsoft JhengHei"/>
                <a:cs typeface="Microsoft JhengHei"/>
              </a:rPr>
              <a:t>開始規劃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E8EFC-E47D-4CFC-ADA9-4F47E890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rPr>
              <a:t>向旅行社提出旅遊諮詢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2D6B8-78EC-4554-89F4-671727C2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FFFDF8"/>
                </a:solidFill>
                <a:latin typeface="Microsoft JhengHei"/>
                <a:ea typeface="Microsoft JhengHei"/>
                <a:cs typeface="Microsoft JhengHei"/>
              </a:rPr>
              <a:t>先確認需求，再共同整理候選行程；報價、營運及活動資訊以查核結果為準。</a:t>
            </a:r>
          </a:p>
        </p:txBody>
      </p:sp>
    </p:spTree>
    <p:extLst>
      <p:ext uri="{BB962C8B-B14F-4D97-AF65-F5344CB8AC3E}">
        <p14:creationId xmlns:p14="http://schemas.microsoft.com/office/powerpoint/2010/main" val="12608004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2026-10-28T03:29:31.7880000Z</dcterms:created>
  <dcterms:modified xsi:type="dcterms:W3CDTF">2026-10-28T03:29:31.7880000Z</dcterms:modified>
</coreProperties>
</file>